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olasbinywera00@gmail.com" userId="94500846e7a854e5" providerId="LiveId" clId="{1EB3126D-D063-444E-8FB4-A65BECDC5994}"/>
    <pc:docChg chg="undo custSel addSld modSld">
      <pc:chgData name="nicholasbinywera00@gmail.com" userId="94500846e7a854e5" providerId="LiveId" clId="{1EB3126D-D063-444E-8FB4-A65BECDC5994}" dt="2025-11-04T19:56:27.450" v="1828"/>
      <pc:docMkLst>
        <pc:docMk/>
      </pc:docMkLst>
      <pc:sldChg chg="modSp new mod">
        <pc:chgData name="nicholasbinywera00@gmail.com" userId="94500846e7a854e5" providerId="LiveId" clId="{1EB3126D-D063-444E-8FB4-A65BECDC5994}" dt="2025-11-04T19:56:27.450" v="1828"/>
        <pc:sldMkLst>
          <pc:docMk/>
          <pc:sldMk cId="3927692748" sldId="256"/>
        </pc:sldMkLst>
        <pc:spChg chg="mod">
          <ac:chgData name="nicholasbinywera00@gmail.com" userId="94500846e7a854e5" providerId="LiveId" clId="{1EB3126D-D063-444E-8FB4-A65BECDC5994}" dt="2025-11-04T19:56:27.450" v="1828"/>
          <ac:spMkLst>
            <pc:docMk/>
            <pc:sldMk cId="3927692748" sldId="256"/>
            <ac:spMk id="2" creationId="{9B9F70A6-8404-A66E-E9BB-7B52EA56EDCC}"/>
          </ac:spMkLst>
        </pc:spChg>
        <pc:spChg chg="mod">
          <ac:chgData name="nicholasbinywera00@gmail.com" userId="94500846e7a854e5" providerId="LiveId" clId="{1EB3126D-D063-444E-8FB4-A65BECDC5994}" dt="2025-11-04T19:56:27.450" v="1828"/>
          <ac:spMkLst>
            <pc:docMk/>
            <pc:sldMk cId="3927692748" sldId="256"/>
            <ac:spMk id="3" creationId="{86C61B12-D012-7E73-16F1-A8E92BCB1175}"/>
          </ac:spMkLst>
        </pc:spChg>
      </pc:sldChg>
      <pc:sldChg chg="modSp new mod">
        <pc:chgData name="nicholasbinywera00@gmail.com" userId="94500846e7a854e5" providerId="LiveId" clId="{1EB3126D-D063-444E-8FB4-A65BECDC5994}" dt="2025-11-04T19:56:27.450" v="1828"/>
        <pc:sldMkLst>
          <pc:docMk/>
          <pc:sldMk cId="1314487825" sldId="257"/>
        </pc:sldMkLst>
        <pc:spChg chg="mod">
          <ac:chgData name="nicholasbinywera00@gmail.com" userId="94500846e7a854e5" providerId="LiveId" clId="{1EB3126D-D063-444E-8FB4-A65BECDC5994}" dt="2025-11-04T19:56:27.450" v="1828"/>
          <ac:spMkLst>
            <pc:docMk/>
            <pc:sldMk cId="1314487825" sldId="257"/>
            <ac:spMk id="2" creationId="{DF3CCB6B-93A8-579E-5FD5-3A6768D34A92}"/>
          </ac:spMkLst>
        </pc:spChg>
        <pc:spChg chg="mod">
          <ac:chgData name="nicholasbinywera00@gmail.com" userId="94500846e7a854e5" providerId="LiveId" clId="{1EB3126D-D063-444E-8FB4-A65BECDC5994}" dt="2025-11-04T19:56:27.450" v="1828"/>
          <ac:spMkLst>
            <pc:docMk/>
            <pc:sldMk cId="1314487825" sldId="257"/>
            <ac:spMk id="3" creationId="{4EAA6E83-118D-D9CD-1C83-DE6451D5CEEA}"/>
          </ac:spMkLst>
        </pc:spChg>
      </pc:sldChg>
      <pc:sldChg chg="modSp new mod">
        <pc:chgData name="nicholasbinywera00@gmail.com" userId="94500846e7a854e5" providerId="LiveId" clId="{1EB3126D-D063-444E-8FB4-A65BECDC5994}" dt="2025-11-04T19:56:27.450" v="1828"/>
        <pc:sldMkLst>
          <pc:docMk/>
          <pc:sldMk cId="4007827104" sldId="258"/>
        </pc:sldMkLst>
        <pc:spChg chg="mod">
          <ac:chgData name="nicholasbinywera00@gmail.com" userId="94500846e7a854e5" providerId="LiveId" clId="{1EB3126D-D063-444E-8FB4-A65BECDC5994}" dt="2025-11-04T19:56:27.450" v="1828"/>
          <ac:spMkLst>
            <pc:docMk/>
            <pc:sldMk cId="4007827104" sldId="258"/>
            <ac:spMk id="2" creationId="{CA5435CA-9F54-8F1B-1CBA-7BE97293E2C5}"/>
          </ac:spMkLst>
        </pc:spChg>
        <pc:spChg chg="mod">
          <ac:chgData name="nicholasbinywera00@gmail.com" userId="94500846e7a854e5" providerId="LiveId" clId="{1EB3126D-D063-444E-8FB4-A65BECDC5994}" dt="2025-11-04T19:56:27.450" v="1828"/>
          <ac:spMkLst>
            <pc:docMk/>
            <pc:sldMk cId="4007827104" sldId="258"/>
            <ac:spMk id="3" creationId="{06714476-FF4E-79F0-018D-DC1F66E5286E}"/>
          </ac:spMkLst>
        </pc:spChg>
      </pc:sldChg>
      <pc:sldChg chg="addSp modSp new mod">
        <pc:chgData name="nicholasbinywera00@gmail.com" userId="94500846e7a854e5" providerId="LiveId" clId="{1EB3126D-D063-444E-8FB4-A65BECDC5994}" dt="2025-11-04T19:56:24.149" v="1819" actId="27636"/>
        <pc:sldMkLst>
          <pc:docMk/>
          <pc:sldMk cId="1427580344" sldId="259"/>
        </pc:sldMkLst>
        <pc:spChg chg="mod">
          <ac:chgData name="nicholasbinywera00@gmail.com" userId="94500846e7a854e5" providerId="LiveId" clId="{1EB3126D-D063-444E-8FB4-A65BECDC5994}" dt="2025-11-04T19:56:24.149" v="1819" actId="27636"/>
          <ac:spMkLst>
            <pc:docMk/>
            <pc:sldMk cId="1427580344" sldId="259"/>
            <ac:spMk id="2" creationId="{28F87BC4-D29B-2851-2E28-F74A413A919B}"/>
          </ac:spMkLst>
        </pc:spChg>
        <pc:spChg chg="add mod">
          <ac:chgData name="nicholasbinywera00@gmail.com" userId="94500846e7a854e5" providerId="LiveId" clId="{1EB3126D-D063-444E-8FB4-A65BECDC5994}" dt="2025-11-04T19:53:13.595" v="1311" actId="2"/>
          <ac:spMkLst>
            <pc:docMk/>
            <pc:sldMk cId="1427580344" sldId="259"/>
            <ac:spMk id="4" creationId="{9698BBE3-2C08-A7F9-AEDB-6231FE598C52}"/>
          </ac:spMkLst>
        </pc:spChg>
      </pc:sldChg>
      <pc:sldChg chg="addSp modSp new mod">
        <pc:chgData name="nicholasbinywera00@gmail.com" userId="94500846e7a854e5" providerId="LiveId" clId="{1EB3126D-D063-444E-8FB4-A65BECDC5994}" dt="2025-11-04T19:53:16.276" v="1324" actId="2"/>
        <pc:sldMkLst>
          <pc:docMk/>
          <pc:sldMk cId="360103864" sldId="260"/>
        </pc:sldMkLst>
        <pc:spChg chg="mod">
          <ac:chgData name="nicholasbinywera00@gmail.com" userId="94500846e7a854e5" providerId="LiveId" clId="{1EB3126D-D063-444E-8FB4-A65BECDC5994}" dt="2025-11-04T19:53:13.769" v="1312" actId="2"/>
          <ac:spMkLst>
            <pc:docMk/>
            <pc:sldMk cId="360103864" sldId="260"/>
            <ac:spMk id="2" creationId="{9020E07B-6FF4-9438-1735-98DBF22F2147}"/>
          </ac:spMkLst>
        </pc:spChg>
        <pc:spChg chg="add mod">
          <ac:chgData name="nicholasbinywera00@gmail.com" userId="94500846e7a854e5" providerId="LiveId" clId="{1EB3126D-D063-444E-8FB4-A65BECDC5994}" dt="2025-11-04T19:53:16.276" v="1324" actId="2"/>
          <ac:spMkLst>
            <pc:docMk/>
            <pc:sldMk cId="360103864" sldId="260"/>
            <ac:spMk id="4" creationId="{80EDABD0-78C6-DCA9-2757-B50B69760DBB}"/>
          </ac:spMkLst>
        </pc:spChg>
      </pc:sldChg>
      <pc:sldChg chg="addSp modSp new mod">
        <pc:chgData name="nicholasbinywera00@gmail.com" userId="94500846e7a854e5" providerId="LiveId" clId="{1EB3126D-D063-444E-8FB4-A65BECDC5994}" dt="2025-11-04T19:56:24.153" v="1820" actId="27636"/>
        <pc:sldMkLst>
          <pc:docMk/>
          <pc:sldMk cId="3003548628" sldId="261"/>
        </pc:sldMkLst>
        <pc:spChg chg="mod">
          <ac:chgData name="nicholasbinywera00@gmail.com" userId="94500846e7a854e5" providerId="LiveId" clId="{1EB3126D-D063-444E-8FB4-A65BECDC5994}" dt="2025-11-04T19:56:24.153" v="1820" actId="27636"/>
          <ac:spMkLst>
            <pc:docMk/>
            <pc:sldMk cId="3003548628" sldId="261"/>
            <ac:spMk id="2" creationId="{5DDCCEDB-42CA-8C94-37DE-535D6D16D946}"/>
          </ac:spMkLst>
        </pc:spChg>
        <pc:spChg chg="add mod">
          <ac:chgData name="nicholasbinywera00@gmail.com" userId="94500846e7a854e5" providerId="LiveId" clId="{1EB3126D-D063-444E-8FB4-A65BECDC5994}" dt="2025-11-04T19:53:17.292" v="1329" actId="2"/>
          <ac:spMkLst>
            <pc:docMk/>
            <pc:sldMk cId="3003548628" sldId="261"/>
            <ac:spMk id="4" creationId="{4ED963CE-957E-74EA-DC41-888EDB652233}"/>
          </ac:spMkLst>
        </pc:spChg>
      </pc:sldChg>
      <pc:sldChg chg="addSp modSp new mod">
        <pc:chgData name="nicholasbinywera00@gmail.com" userId="94500846e7a854e5" providerId="LiveId" clId="{1EB3126D-D063-444E-8FB4-A65BECDC5994}" dt="2025-11-04T19:53:19.123" v="1338" actId="2"/>
        <pc:sldMkLst>
          <pc:docMk/>
          <pc:sldMk cId="3890929132" sldId="262"/>
        </pc:sldMkLst>
        <pc:spChg chg="mod">
          <ac:chgData name="nicholasbinywera00@gmail.com" userId="94500846e7a854e5" providerId="LiveId" clId="{1EB3126D-D063-444E-8FB4-A65BECDC5994}" dt="2025-11-04T19:53:17.511" v="1330" actId="2"/>
          <ac:spMkLst>
            <pc:docMk/>
            <pc:sldMk cId="3890929132" sldId="262"/>
            <ac:spMk id="2" creationId="{02E1511E-6BB7-0B29-3F4F-7EE3D4F4691E}"/>
          </ac:spMkLst>
        </pc:spChg>
        <pc:spChg chg="add mod">
          <ac:chgData name="nicholasbinywera00@gmail.com" userId="94500846e7a854e5" providerId="LiveId" clId="{1EB3126D-D063-444E-8FB4-A65BECDC5994}" dt="2025-11-04T19:53:19.123" v="1338" actId="2"/>
          <ac:spMkLst>
            <pc:docMk/>
            <pc:sldMk cId="3890929132" sldId="262"/>
            <ac:spMk id="4" creationId="{5AC154F4-C30C-D803-F8DF-09FA53879B3E}"/>
          </ac:spMkLst>
        </pc:spChg>
      </pc:sldChg>
      <pc:sldChg chg="addSp modSp new mod">
        <pc:chgData name="nicholasbinywera00@gmail.com" userId="94500846e7a854e5" providerId="LiveId" clId="{1EB3126D-D063-444E-8FB4-A65BECDC5994}" dt="2025-11-04T19:53:21.571" v="1350" actId="2"/>
        <pc:sldMkLst>
          <pc:docMk/>
          <pc:sldMk cId="91984624" sldId="263"/>
        </pc:sldMkLst>
        <pc:spChg chg="mod">
          <ac:chgData name="nicholasbinywera00@gmail.com" userId="94500846e7a854e5" providerId="LiveId" clId="{1EB3126D-D063-444E-8FB4-A65BECDC5994}" dt="2025-11-04T19:53:19.336" v="1339" actId="2"/>
          <ac:spMkLst>
            <pc:docMk/>
            <pc:sldMk cId="91984624" sldId="263"/>
            <ac:spMk id="2" creationId="{A5F6E332-4B41-A31A-B635-DB5137E66B34}"/>
          </ac:spMkLst>
        </pc:spChg>
        <pc:spChg chg="add mod">
          <ac:chgData name="nicholasbinywera00@gmail.com" userId="94500846e7a854e5" providerId="LiveId" clId="{1EB3126D-D063-444E-8FB4-A65BECDC5994}" dt="2025-11-04T19:53:21.571" v="1350" actId="2"/>
          <ac:spMkLst>
            <pc:docMk/>
            <pc:sldMk cId="91984624" sldId="263"/>
            <ac:spMk id="4" creationId="{CB727337-6106-76FB-C3CE-CEAFEB6693D9}"/>
          </ac:spMkLst>
        </pc:spChg>
      </pc:sldChg>
      <pc:sldChg chg="addSp modSp new mod">
        <pc:chgData name="nicholasbinywera00@gmail.com" userId="94500846e7a854e5" providerId="LiveId" clId="{1EB3126D-D063-444E-8FB4-A65BECDC5994}" dt="2025-11-04T19:53:24.745" v="1366" actId="2"/>
        <pc:sldMkLst>
          <pc:docMk/>
          <pc:sldMk cId="1328575505" sldId="264"/>
        </pc:sldMkLst>
        <pc:spChg chg="mod">
          <ac:chgData name="nicholasbinywera00@gmail.com" userId="94500846e7a854e5" providerId="LiveId" clId="{1EB3126D-D063-444E-8FB4-A65BECDC5994}" dt="2025-11-04T19:53:21.774" v="1351" actId="2"/>
          <ac:spMkLst>
            <pc:docMk/>
            <pc:sldMk cId="1328575505" sldId="264"/>
            <ac:spMk id="2" creationId="{C7C1F232-4440-DC0D-27C2-63EE5D871EE9}"/>
          </ac:spMkLst>
        </pc:spChg>
        <pc:spChg chg="add mod">
          <ac:chgData name="nicholasbinywera00@gmail.com" userId="94500846e7a854e5" providerId="LiveId" clId="{1EB3126D-D063-444E-8FB4-A65BECDC5994}" dt="2025-11-04T19:53:24.745" v="1366" actId="2"/>
          <ac:spMkLst>
            <pc:docMk/>
            <pc:sldMk cId="1328575505" sldId="264"/>
            <ac:spMk id="4" creationId="{524B35AC-E5F0-A7FA-CEC2-CE331311EC87}"/>
          </ac:spMkLst>
        </pc:spChg>
      </pc:sldChg>
      <pc:sldChg chg="addSp modSp new mod">
        <pc:chgData name="nicholasbinywera00@gmail.com" userId="94500846e7a854e5" providerId="LiveId" clId="{1EB3126D-D063-444E-8FB4-A65BECDC5994}" dt="2025-11-04T19:53:27.736" v="1380" actId="2"/>
        <pc:sldMkLst>
          <pc:docMk/>
          <pc:sldMk cId="1566941901" sldId="265"/>
        </pc:sldMkLst>
        <pc:spChg chg="mod">
          <ac:chgData name="nicholasbinywera00@gmail.com" userId="94500846e7a854e5" providerId="LiveId" clId="{1EB3126D-D063-444E-8FB4-A65BECDC5994}" dt="2025-11-04T19:53:24.920" v="1367" actId="2"/>
          <ac:spMkLst>
            <pc:docMk/>
            <pc:sldMk cId="1566941901" sldId="265"/>
            <ac:spMk id="2" creationId="{80B5987C-E005-F970-2349-2CA28EAF6CAA}"/>
          </ac:spMkLst>
        </pc:spChg>
        <pc:spChg chg="add mod">
          <ac:chgData name="nicholasbinywera00@gmail.com" userId="94500846e7a854e5" providerId="LiveId" clId="{1EB3126D-D063-444E-8FB4-A65BECDC5994}" dt="2025-11-04T19:53:27.736" v="1380" actId="2"/>
          <ac:spMkLst>
            <pc:docMk/>
            <pc:sldMk cId="1566941901" sldId="265"/>
            <ac:spMk id="4" creationId="{FED58BB6-5D5D-1CB9-044B-A2A9114E89A1}"/>
          </ac:spMkLst>
        </pc:spChg>
      </pc:sldChg>
      <pc:sldChg chg="addSp modSp new mod">
        <pc:chgData name="nicholasbinywera00@gmail.com" userId="94500846e7a854e5" providerId="LiveId" clId="{1EB3126D-D063-444E-8FB4-A65BECDC5994}" dt="2025-11-04T19:53:30.011" v="1391" actId="2"/>
        <pc:sldMkLst>
          <pc:docMk/>
          <pc:sldMk cId="130901611" sldId="266"/>
        </pc:sldMkLst>
        <pc:spChg chg="mod">
          <ac:chgData name="nicholasbinywera00@gmail.com" userId="94500846e7a854e5" providerId="LiveId" clId="{1EB3126D-D063-444E-8FB4-A65BECDC5994}" dt="2025-11-04T19:53:27.930" v="1381" actId="2"/>
          <ac:spMkLst>
            <pc:docMk/>
            <pc:sldMk cId="130901611" sldId="266"/>
            <ac:spMk id="2" creationId="{9D4C11DE-D1FD-1225-49CC-A41AA4EB0B55}"/>
          </ac:spMkLst>
        </pc:spChg>
        <pc:spChg chg="add mod">
          <ac:chgData name="nicholasbinywera00@gmail.com" userId="94500846e7a854e5" providerId="LiveId" clId="{1EB3126D-D063-444E-8FB4-A65BECDC5994}" dt="2025-11-04T19:53:30.011" v="1391" actId="2"/>
          <ac:spMkLst>
            <pc:docMk/>
            <pc:sldMk cId="130901611" sldId="266"/>
            <ac:spMk id="4" creationId="{6614F586-6724-369E-8D4F-925FF378E87F}"/>
          </ac:spMkLst>
        </pc:spChg>
      </pc:sldChg>
      <pc:sldChg chg="addSp modSp new mod">
        <pc:chgData name="nicholasbinywera00@gmail.com" userId="94500846e7a854e5" providerId="LiveId" clId="{1EB3126D-D063-444E-8FB4-A65BECDC5994}" dt="2025-11-04T19:53:32.032" v="1401" actId="2"/>
        <pc:sldMkLst>
          <pc:docMk/>
          <pc:sldMk cId="3714108773" sldId="267"/>
        </pc:sldMkLst>
        <pc:spChg chg="mod">
          <ac:chgData name="nicholasbinywera00@gmail.com" userId="94500846e7a854e5" providerId="LiveId" clId="{1EB3126D-D063-444E-8FB4-A65BECDC5994}" dt="2025-11-04T19:53:30.223" v="1392" actId="2"/>
          <ac:spMkLst>
            <pc:docMk/>
            <pc:sldMk cId="3714108773" sldId="267"/>
            <ac:spMk id="2" creationId="{B82F7B2E-1FC2-87BC-03EA-A2B71C9C6F7E}"/>
          </ac:spMkLst>
        </pc:spChg>
        <pc:spChg chg="add mod">
          <ac:chgData name="nicholasbinywera00@gmail.com" userId="94500846e7a854e5" providerId="LiveId" clId="{1EB3126D-D063-444E-8FB4-A65BECDC5994}" dt="2025-11-04T19:53:32.032" v="1401" actId="2"/>
          <ac:spMkLst>
            <pc:docMk/>
            <pc:sldMk cId="3714108773" sldId="267"/>
            <ac:spMk id="4" creationId="{AE9E7BB6-4E0A-4124-4B1C-2F59133DB2D5}"/>
          </ac:spMkLst>
        </pc:spChg>
      </pc:sldChg>
      <pc:sldChg chg="addSp modSp new mod">
        <pc:chgData name="nicholasbinywera00@gmail.com" userId="94500846e7a854e5" providerId="LiveId" clId="{1EB3126D-D063-444E-8FB4-A65BECDC5994}" dt="2025-11-04T19:56:24.161" v="1821" actId="27636"/>
        <pc:sldMkLst>
          <pc:docMk/>
          <pc:sldMk cId="1220493903" sldId="268"/>
        </pc:sldMkLst>
        <pc:spChg chg="mod">
          <ac:chgData name="nicholasbinywera00@gmail.com" userId="94500846e7a854e5" providerId="LiveId" clId="{1EB3126D-D063-444E-8FB4-A65BECDC5994}" dt="2025-11-04T19:56:24.161" v="1821" actId="27636"/>
          <ac:spMkLst>
            <pc:docMk/>
            <pc:sldMk cId="1220493903" sldId="268"/>
            <ac:spMk id="2" creationId="{5437ACA2-C474-FFDC-34BE-7E2279B36028}"/>
          </ac:spMkLst>
        </pc:spChg>
        <pc:spChg chg="add mod">
          <ac:chgData name="nicholasbinywera00@gmail.com" userId="94500846e7a854e5" providerId="LiveId" clId="{1EB3126D-D063-444E-8FB4-A65BECDC5994}" dt="2025-11-04T19:53:33.796" v="1410" actId="2"/>
          <ac:spMkLst>
            <pc:docMk/>
            <pc:sldMk cId="1220493903" sldId="268"/>
            <ac:spMk id="4" creationId="{5F80CBF5-4B19-3443-736A-9047945908BD}"/>
          </ac:spMkLst>
        </pc:spChg>
      </pc:sldChg>
      <pc:sldChg chg="addSp modSp new mod">
        <pc:chgData name="nicholasbinywera00@gmail.com" userId="94500846e7a854e5" providerId="LiveId" clId="{1EB3126D-D063-444E-8FB4-A65BECDC5994}" dt="2025-11-04T19:53:35.576" v="1419" actId="2"/>
        <pc:sldMkLst>
          <pc:docMk/>
          <pc:sldMk cId="3581402554" sldId="269"/>
        </pc:sldMkLst>
        <pc:spChg chg="mod">
          <ac:chgData name="nicholasbinywera00@gmail.com" userId="94500846e7a854e5" providerId="LiveId" clId="{1EB3126D-D063-444E-8FB4-A65BECDC5994}" dt="2025-11-04T19:53:33.969" v="1411" actId="2"/>
          <ac:spMkLst>
            <pc:docMk/>
            <pc:sldMk cId="3581402554" sldId="269"/>
            <ac:spMk id="2" creationId="{86863216-D749-2FBB-F568-A237EF1F7706}"/>
          </ac:spMkLst>
        </pc:spChg>
        <pc:spChg chg="add mod">
          <ac:chgData name="nicholasbinywera00@gmail.com" userId="94500846e7a854e5" providerId="LiveId" clId="{1EB3126D-D063-444E-8FB4-A65BECDC5994}" dt="2025-11-04T19:53:35.576" v="1419" actId="2"/>
          <ac:spMkLst>
            <pc:docMk/>
            <pc:sldMk cId="3581402554" sldId="269"/>
            <ac:spMk id="4" creationId="{61635826-D0D3-D4B6-1CEC-97B172BC6271}"/>
          </ac:spMkLst>
        </pc:spChg>
      </pc:sldChg>
      <pc:sldChg chg="addSp modSp new mod">
        <pc:chgData name="nicholasbinywera00@gmail.com" userId="94500846e7a854e5" providerId="LiveId" clId="{1EB3126D-D063-444E-8FB4-A65BECDC5994}" dt="2025-11-04T19:53:37.416" v="1428" actId="2"/>
        <pc:sldMkLst>
          <pc:docMk/>
          <pc:sldMk cId="555659401" sldId="270"/>
        </pc:sldMkLst>
        <pc:spChg chg="mod">
          <ac:chgData name="nicholasbinywera00@gmail.com" userId="94500846e7a854e5" providerId="LiveId" clId="{1EB3126D-D063-444E-8FB4-A65BECDC5994}" dt="2025-11-04T19:53:35.769" v="1420" actId="2"/>
          <ac:spMkLst>
            <pc:docMk/>
            <pc:sldMk cId="555659401" sldId="270"/>
            <ac:spMk id="2" creationId="{9BA15813-43D8-EFF7-BC79-8D5C576F2BCF}"/>
          </ac:spMkLst>
        </pc:spChg>
        <pc:spChg chg="add mod">
          <ac:chgData name="nicholasbinywera00@gmail.com" userId="94500846e7a854e5" providerId="LiveId" clId="{1EB3126D-D063-444E-8FB4-A65BECDC5994}" dt="2025-11-04T19:53:37.416" v="1428" actId="2"/>
          <ac:spMkLst>
            <pc:docMk/>
            <pc:sldMk cId="555659401" sldId="270"/>
            <ac:spMk id="4" creationId="{987014B3-053F-BE54-B1DA-196635B26AFD}"/>
          </ac:spMkLst>
        </pc:spChg>
      </pc:sldChg>
      <pc:sldChg chg="addSp modSp new mod">
        <pc:chgData name="nicholasbinywera00@gmail.com" userId="94500846e7a854e5" providerId="LiveId" clId="{1EB3126D-D063-444E-8FB4-A65BECDC5994}" dt="2025-11-04T19:53:39.264" v="1437" actId="2"/>
        <pc:sldMkLst>
          <pc:docMk/>
          <pc:sldMk cId="1544393624" sldId="271"/>
        </pc:sldMkLst>
        <pc:spChg chg="mod">
          <ac:chgData name="nicholasbinywera00@gmail.com" userId="94500846e7a854e5" providerId="LiveId" clId="{1EB3126D-D063-444E-8FB4-A65BECDC5994}" dt="2025-11-04T19:53:37.617" v="1429" actId="2"/>
          <ac:spMkLst>
            <pc:docMk/>
            <pc:sldMk cId="1544393624" sldId="271"/>
            <ac:spMk id="2" creationId="{B0C6D23D-2FBD-56F5-C3DC-CD99B90B1069}"/>
          </ac:spMkLst>
        </pc:spChg>
        <pc:spChg chg="add mod">
          <ac:chgData name="nicholasbinywera00@gmail.com" userId="94500846e7a854e5" providerId="LiveId" clId="{1EB3126D-D063-444E-8FB4-A65BECDC5994}" dt="2025-11-04T19:53:39.264" v="1437" actId="2"/>
          <ac:spMkLst>
            <pc:docMk/>
            <pc:sldMk cId="1544393624" sldId="271"/>
            <ac:spMk id="4" creationId="{3AC68BD9-E6DB-C41D-44AE-D50C8D893BF7}"/>
          </ac:spMkLst>
        </pc:spChg>
      </pc:sldChg>
      <pc:sldChg chg="addSp modSp new mod">
        <pc:chgData name="nicholasbinywera00@gmail.com" userId="94500846e7a854e5" providerId="LiveId" clId="{1EB3126D-D063-444E-8FB4-A65BECDC5994}" dt="2025-11-04T19:53:41.567" v="1448" actId="2"/>
        <pc:sldMkLst>
          <pc:docMk/>
          <pc:sldMk cId="2624206264" sldId="272"/>
        </pc:sldMkLst>
        <pc:spChg chg="mod">
          <ac:chgData name="nicholasbinywera00@gmail.com" userId="94500846e7a854e5" providerId="LiveId" clId="{1EB3126D-D063-444E-8FB4-A65BECDC5994}" dt="2025-11-04T19:53:39.487" v="1438" actId="2"/>
          <ac:spMkLst>
            <pc:docMk/>
            <pc:sldMk cId="2624206264" sldId="272"/>
            <ac:spMk id="2" creationId="{1DF18BCC-E1E5-51E5-22F4-A53DE7A78138}"/>
          </ac:spMkLst>
        </pc:spChg>
        <pc:spChg chg="add mod">
          <ac:chgData name="nicholasbinywera00@gmail.com" userId="94500846e7a854e5" providerId="LiveId" clId="{1EB3126D-D063-444E-8FB4-A65BECDC5994}" dt="2025-11-04T19:53:41.567" v="1448" actId="2"/>
          <ac:spMkLst>
            <pc:docMk/>
            <pc:sldMk cId="2624206264" sldId="272"/>
            <ac:spMk id="4" creationId="{BF2477A3-2250-9C9A-8B76-487CE3E96C23}"/>
          </ac:spMkLst>
        </pc:spChg>
      </pc:sldChg>
      <pc:sldChg chg="addSp modSp new mod">
        <pc:chgData name="nicholasbinywera00@gmail.com" userId="94500846e7a854e5" providerId="LiveId" clId="{1EB3126D-D063-444E-8FB4-A65BECDC5994}" dt="2025-11-04T19:56:24.171" v="1822" actId="27636"/>
        <pc:sldMkLst>
          <pc:docMk/>
          <pc:sldMk cId="3950921021" sldId="273"/>
        </pc:sldMkLst>
        <pc:spChg chg="mod">
          <ac:chgData name="nicholasbinywera00@gmail.com" userId="94500846e7a854e5" providerId="LiveId" clId="{1EB3126D-D063-444E-8FB4-A65BECDC5994}" dt="2025-11-04T19:56:24.171" v="1822" actId="27636"/>
          <ac:spMkLst>
            <pc:docMk/>
            <pc:sldMk cId="3950921021" sldId="273"/>
            <ac:spMk id="2" creationId="{B6BBD2A4-19CC-4AE5-AABF-4960BA9646A9}"/>
          </ac:spMkLst>
        </pc:spChg>
        <pc:spChg chg="add mod">
          <ac:chgData name="nicholasbinywera00@gmail.com" userId="94500846e7a854e5" providerId="LiveId" clId="{1EB3126D-D063-444E-8FB4-A65BECDC5994}" dt="2025-11-04T19:53:43.242" v="1456" actId="2"/>
          <ac:spMkLst>
            <pc:docMk/>
            <pc:sldMk cId="3950921021" sldId="273"/>
            <ac:spMk id="4" creationId="{A6D13109-756C-D117-32EA-FA79FC47724C}"/>
          </ac:spMkLst>
        </pc:spChg>
      </pc:sldChg>
      <pc:sldChg chg="addSp modSp new mod">
        <pc:chgData name="nicholasbinywera00@gmail.com" userId="94500846e7a854e5" providerId="LiveId" clId="{1EB3126D-D063-444E-8FB4-A65BECDC5994}" dt="2025-11-04T19:53:45.574" v="1467" actId="2"/>
        <pc:sldMkLst>
          <pc:docMk/>
          <pc:sldMk cId="2381650819" sldId="274"/>
        </pc:sldMkLst>
        <pc:spChg chg="mod">
          <ac:chgData name="nicholasbinywera00@gmail.com" userId="94500846e7a854e5" providerId="LiveId" clId="{1EB3126D-D063-444E-8FB4-A65BECDC5994}" dt="2025-11-04T19:53:43.455" v="1457" actId="2"/>
          <ac:spMkLst>
            <pc:docMk/>
            <pc:sldMk cId="2381650819" sldId="274"/>
            <ac:spMk id="2" creationId="{49DFD8AE-F1E4-1069-7F97-8C5F398288B3}"/>
          </ac:spMkLst>
        </pc:spChg>
        <pc:spChg chg="add mod">
          <ac:chgData name="nicholasbinywera00@gmail.com" userId="94500846e7a854e5" providerId="LiveId" clId="{1EB3126D-D063-444E-8FB4-A65BECDC5994}" dt="2025-11-04T19:53:45.574" v="1467" actId="2"/>
          <ac:spMkLst>
            <pc:docMk/>
            <pc:sldMk cId="2381650819" sldId="274"/>
            <ac:spMk id="4" creationId="{94312171-0E4F-573F-F730-D2ED0ECA6459}"/>
          </ac:spMkLst>
        </pc:spChg>
      </pc:sldChg>
      <pc:sldChg chg="addSp modSp new mod">
        <pc:chgData name="nicholasbinywera00@gmail.com" userId="94500846e7a854e5" providerId="LiveId" clId="{1EB3126D-D063-444E-8FB4-A65BECDC5994}" dt="2025-11-04T19:53:47.520" v="1476" actId="2"/>
        <pc:sldMkLst>
          <pc:docMk/>
          <pc:sldMk cId="3972027309" sldId="275"/>
        </pc:sldMkLst>
        <pc:spChg chg="mod">
          <ac:chgData name="nicholasbinywera00@gmail.com" userId="94500846e7a854e5" providerId="LiveId" clId="{1EB3126D-D063-444E-8FB4-A65BECDC5994}" dt="2025-11-04T19:53:45.816" v="1468" actId="2"/>
          <ac:spMkLst>
            <pc:docMk/>
            <pc:sldMk cId="3972027309" sldId="275"/>
            <ac:spMk id="2" creationId="{CC83B687-0833-2B82-2711-B81EF0073576}"/>
          </ac:spMkLst>
        </pc:spChg>
        <pc:spChg chg="add mod">
          <ac:chgData name="nicholasbinywera00@gmail.com" userId="94500846e7a854e5" providerId="LiveId" clId="{1EB3126D-D063-444E-8FB4-A65BECDC5994}" dt="2025-11-04T19:53:47.520" v="1476" actId="2"/>
          <ac:spMkLst>
            <pc:docMk/>
            <pc:sldMk cId="3972027309" sldId="275"/>
            <ac:spMk id="4" creationId="{A2A69F88-EAC2-CE94-727E-CAD46E6A53E7}"/>
          </ac:spMkLst>
        </pc:spChg>
      </pc:sldChg>
      <pc:sldChg chg="addSp modSp new mod">
        <pc:chgData name="nicholasbinywera00@gmail.com" userId="94500846e7a854e5" providerId="LiveId" clId="{1EB3126D-D063-444E-8FB4-A65BECDC5994}" dt="2025-11-04T19:53:50.525" v="1489" actId="2"/>
        <pc:sldMkLst>
          <pc:docMk/>
          <pc:sldMk cId="1030919760" sldId="276"/>
        </pc:sldMkLst>
        <pc:spChg chg="mod">
          <ac:chgData name="nicholasbinywera00@gmail.com" userId="94500846e7a854e5" providerId="LiveId" clId="{1EB3126D-D063-444E-8FB4-A65BECDC5994}" dt="2025-11-04T19:53:47.753" v="1477" actId="2"/>
          <ac:spMkLst>
            <pc:docMk/>
            <pc:sldMk cId="1030919760" sldId="276"/>
            <ac:spMk id="2" creationId="{426AB628-3468-5FCC-A1F8-80862307FDEE}"/>
          </ac:spMkLst>
        </pc:spChg>
        <pc:spChg chg="add mod">
          <ac:chgData name="nicholasbinywera00@gmail.com" userId="94500846e7a854e5" providerId="LiveId" clId="{1EB3126D-D063-444E-8FB4-A65BECDC5994}" dt="2025-11-04T19:53:50.525" v="1489" actId="2"/>
          <ac:spMkLst>
            <pc:docMk/>
            <pc:sldMk cId="1030919760" sldId="276"/>
            <ac:spMk id="4" creationId="{A048650D-05F0-664F-1E70-97ADDF77EF31}"/>
          </ac:spMkLst>
        </pc:spChg>
      </pc:sldChg>
      <pc:sldChg chg="addSp modSp new mod">
        <pc:chgData name="nicholasbinywera00@gmail.com" userId="94500846e7a854e5" providerId="LiveId" clId="{1EB3126D-D063-444E-8FB4-A65BECDC5994}" dt="2025-11-04T19:56:24.179" v="1823" actId="27636"/>
        <pc:sldMkLst>
          <pc:docMk/>
          <pc:sldMk cId="68617790" sldId="277"/>
        </pc:sldMkLst>
        <pc:spChg chg="mod">
          <ac:chgData name="nicholasbinywera00@gmail.com" userId="94500846e7a854e5" providerId="LiveId" clId="{1EB3126D-D063-444E-8FB4-A65BECDC5994}" dt="2025-11-04T19:56:24.179" v="1823" actId="27636"/>
          <ac:spMkLst>
            <pc:docMk/>
            <pc:sldMk cId="68617790" sldId="277"/>
            <ac:spMk id="2" creationId="{311BB313-3BC2-FF3D-CDDE-C2054EE18097}"/>
          </ac:spMkLst>
        </pc:spChg>
        <pc:spChg chg="add mod">
          <ac:chgData name="nicholasbinywera00@gmail.com" userId="94500846e7a854e5" providerId="LiveId" clId="{1EB3126D-D063-444E-8FB4-A65BECDC5994}" dt="2025-11-04T19:53:53.442" v="1499" actId="2"/>
          <ac:spMkLst>
            <pc:docMk/>
            <pc:sldMk cId="68617790" sldId="277"/>
            <ac:spMk id="4" creationId="{03DD6B0F-9083-CC33-0FA6-65704673F713}"/>
          </ac:spMkLst>
        </pc:spChg>
      </pc:sldChg>
      <pc:sldChg chg="addSp modSp new mod">
        <pc:chgData name="nicholasbinywera00@gmail.com" userId="94500846e7a854e5" providerId="LiveId" clId="{1EB3126D-D063-444E-8FB4-A65BECDC5994}" dt="2025-11-04T19:56:24.184" v="1824" actId="27636"/>
        <pc:sldMkLst>
          <pc:docMk/>
          <pc:sldMk cId="2953042686" sldId="278"/>
        </pc:sldMkLst>
        <pc:spChg chg="mod">
          <ac:chgData name="nicholasbinywera00@gmail.com" userId="94500846e7a854e5" providerId="LiveId" clId="{1EB3126D-D063-444E-8FB4-A65BECDC5994}" dt="2025-11-04T19:56:24.184" v="1824" actId="27636"/>
          <ac:spMkLst>
            <pc:docMk/>
            <pc:sldMk cId="2953042686" sldId="278"/>
            <ac:spMk id="2" creationId="{BA920A1D-7B09-E717-1247-049872CC6AE1}"/>
          </ac:spMkLst>
        </pc:spChg>
        <pc:spChg chg="add mod">
          <ac:chgData name="nicholasbinywera00@gmail.com" userId="94500846e7a854e5" providerId="LiveId" clId="{1EB3126D-D063-444E-8FB4-A65BECDC5994}" dt="2025-11-04T19:53:56.165" v="1509" actId="2"/>
          <ac:spMkLst>
            <pc:docMk/>
            <pc:sldMk cId="2953042686" sldId="278"/>
            <ac:spMk id="4" creationId="{3CDAB07F-68C1-D552-69E8-2F2387BB0AF6}"/>
          </ac:spMkLst>
        </pc:spChg>
      </pc:sldChg>
      <pc:sldChg chg="addSp modSp new mod">
        <pc:chgData name="nicholasbinywera00@gmail.com" userId="94500846e7a854e5" providerId="LiveId" clId="{1EB3126D-D063-444E-8FB4-A65BECDC5994}" dt="2025-11-04T19:56:24.189" v="1825" actId="27636"/>
        <pc:sldMkLst>
          <pc:docMk/>
          <pc:sldMk cId="1788974906" sldId="279"/>
        </pc:sldMkLst>
        <pc:spChg chg="mod">
          <ac:chgData name="nicholasbinywera00@gmail.com" userId="94500846e7a854e5" providerId="LiveId" clId="{1EB3126D-D063-444E-8FB4-A65BECDC5994}" dt="2025-11-04T19:56:24.189" v="1825" actId="27636"/>
          <ac:spMkLst>
            <pc:docMk/>
            <pc:sldMk cId="1788974906" sldId="279"/>
            <ac:spMk id="2" creationId="{04C23F33-5EC4-F9AF-7AFB-7E78C8FDB417}"/>
          </ac:spMkLst>
        </pc:spChg>
        <pc:spChg chg="add mod">
          <ac:chgData name="nicholasbinywera00@gmail.com" userId="94500846e7a854e5" providerId="LiveId" clId="{1EB3126D-D063-444E-8FB4-A65BECDC5994}" dt="2025-11-04T19:53:59.869" v="1527" actId="2"/>
          <ac:spMkLst>
            <pc:docMk/>
            <pc:sldMk cId="1788974906" sldId="279"/>
            <ac:spMk id="4" creationId="{A8A11DE8-91E6-4E53-402E-DC0215AFDCA3}"/>
          </ac:spMkLst>
        </pc:spChg>
      </pc:sldChg>
      <pc:sldChg chg="addSp modSp new mod">
        <pc:chgData name="nicholasbinywera00@gmail.com" userId="94500846e7a854e5" providerId="LiveId" clId="{1EB3126D-D063-444E-8FB4-A65BECDC5994}" dt="2025-11-04T19:56:24.195" v="1826" actId="27636"/>
        <pc:sldMkLst>
          <pc:docMk/>
          <pc:sldMk cId="2402963419" sldId="280"/>
        </pc:sldMkLst>
        <pc:spChg chg="mod">
          <ac:chgData name="nicholasbinywera00@gmail.com" userId="94500846e7a854e5" providerId="LiveId" clId="{1EB3126D-D063-444E-8FB4-A65BECDC5994}" dt="2025-11-04T19:56:24.195" v="1826" actId="27636"/>
          <ac:spMkLst>
            <pc:docMk/>
            <pc:sldMk cId="2402963419" sldId="280"/>
            <ac:spMk id="2" creationId="{E9F34A3E-C1AD-6BB3-0D39-DAA07EAE2630}"/>
          </ac:spMkLst>
        </pc:spChg>
        <pc:spChg chg="add mod">
          <ac:chgData name="nicholasbinywera00@gmail.com" userId="94500846e7a854e5" providerId="LiveId" clId="{1EB3126D-D063-444E-8FB4-A65BECDC5994}" dt="2025-11-04T19:54:02.548" v="1540" actId="2"/>
          <ac:spMkLst>
            <pc:docMk/>
            <pc:sldMk cId="2402963419" sldId="280"/>
            <ac:spMk id="4" creationId="{D6110505-97E2-7917-8DC5-6BD2B28B794E}"/>
          </ac:spMkLst>
        </pc:spChg>
      </pc:sldChg>
      <pc:sldChg chg="addSp modSp new mod">
        <pc:chgData name="nicholasbinywera00@gmail.com" userId="94500846e7a854e5" providerId="LiveId" clId="{1EB3126D-D063-444E-8FB4-A65BECDC5994}" dt="2025-11-04T19:54:07.536" v="1564" actId="2"/>
        <pc:sldMkLst>
          <pc:docMk/>
          <pc:sldMk cId="1327234614" sldId="281"/>
        </pc:sldMkLst>
        <pc:spChg chg="mod">
          <ac:chgData name="nicholasbinywera00@gmail.com" userId="94500846e7a854e5" providerId="LiveId" clId="{1EB3126D-D063-444E-8FB4-A65BECDC5994}" dt="2025-11-04T19:54:02.755" v="1541" actId="2"/>
          <ac:spMkLst>
            <pc:docMk/>
            <pc:sldMk cId="1327234614" sldId="281"/>
            <ac:spMk id="2" creationId="{5AFBA916-CA22-F6A3-F2A4-75C865BB020D}"/>
          </ac:spMkLst>
        </pc:spChg>
        <pc:spChg chg="add mod">
          <ac:chgData name="nicholasbinywera00@gmail.com" userId="94500846e7a854e5" providerId="LiveId" clId="{1EB3126D-D063-444E-8FB4-A65BECDC5994}" dt="2025-11-04T19:54:07.536" v="1564" actId="2"/>
          <ac:spMkLst>
            <pc:docMk/>
            <pc:sldMk cId="1327234614" sldId="281"/>
            <ac:spMk id="4" creationId="{99BF285C-4A6E-5249-6019-1A7EF19B7A5E}"/>
          </ac:spMkLst>
        </pc:spChg>
      </pc:sldChg>
      <pc:sldChg chg="addSp modSp new mod">
        <pc:chgData name="nicholasbinywera00@gmail.com" userId="94500846e7a854e5" providerId="LiveId" clId="{1EB3126D-D063-444E-8FB4-A65BECDC5994}" dt="2025-11-04T19:54:10.905" v="1580" actId="2"/>
        <pc:sldMkLst>
          <pc:docMk/>
          <pc:sldMk cId="2559066299" sldId="282"/>
        </pc:sldMkLst>
        <pc:spChg chg="mod">
          <ac:chgData name="nicholasbinywera00@gmail.com" userId="94500846e7a854e5" providerId="LiveId" clId="{1EB3126D-D063-444E-8FB4-A65BECDC5994}" dt="2025-11-04T19:54:07.767" v="1565" actId="2"/>
          <ac:spMkLst>
            <pc:docMk/>
            <pc:sldMk cId="2559066299" sldId="282"/>
            <ac:spMk id="2" creationId="{7FD6D5AE-19A7-62DB-F2E4-B6D33DE76C9E}"/>
          </ac:spMkLst>
        </pc:spChg>
        <pc:spChg chg="add mod">
          <ac:chgData name="nicholasbinywera00@gmail.com" userId="94500846e7a854e5" providerId="LiveId" clId="{1EB3126D-D063-444E-8FB4-A65BECDC5994}" dt="2025-11-04T19:54:10.905" v="1580" actId="2"/>
          <ac:spMkLst>
            <pc:docMk/>
            <pc:sldMk cId="2559066299" sldId="282"/>
            <ac:spMk id="4" creationId="{F7FC0CE7-92DB-3AA4-86EE-A51C1290D1D5}"/>
          </ac:spMkLst>
        </pc:spChg>
      </pc:sldChg>
      <pc:sldChg chg="addSp modSp new mod">
        <pc:chgData name="nicholasbinywera00@gmail.com" userId="94500846e7a854e5" providerId="LiveId" clId="{1EB3126D-D063-444E-8FB4-A65BECDC5994}" dt="2025-11-04T19:54:13.914" v="1594" actId="2"/>
        <pc:sldMkLst>
          <pc:docMk/>
          <pc:sldMk cId="874091273" sldId="283"/>
        </pc:sldMkLst>
        <pc:spChg chg="mod">
          <ac:chgData name="nicholasbinywera00@gmail.com" userId="94500846e7a854e5" providerId="LiveId" clId="{1EB3126D-D063-444E-8FB4-A65BECDC5994}" dt="2025-11-04T19:54:11.108" v="1581" actId="2"/>
          <ac:spMkLst>
            <pc:docMk/>
            <pc:sldMk cId="874091273" sldId="283"/>
            <ac:spMk id="2" creationId="{00CA5F55-9A9E-3BF5-9676-AEA7544524D5}"/>
          </ac:spMkLst>
        </pc:spChg>
        <pc:spChg chg="add mod">
          <ac:chgData name="nicholasbinywera00@gmail.com" userId="94500846e7a854e5" providerId="LiveId" clId="{1EB3126D-D063-444E-8FB4-A65BECDC5994}" dt="2025-11-04T19:54:13.914" v="1594" actId="2"/>
          <ac:spMkLst>
            <pc:docMk/>
            <pc:sldMk cId="874091273" sldId="283"/>
            <ac:spMk id="4" creationId="{A9A12E25-9784-BB07-849D-C7860171CF09}"/>
          </ac:spMkLst>
        </pc:spChg>
      </pc:sldChg>
      <pc:sldChg chg="addSp modSp new mod">
        <pc:chgData name="nicholasbinywera00@gmail.com" userId="94500846e7a854e5" providerId="LiveId" clId="{1EB3126D-D063-444E-8FB4-A65BECDC5994}" dt="2025-11-04T19:54:17.120" v="1609" actId="2"/>
        <pc:sldMkLst>
          <pc:docMk/>
          <pc:sldMk cId="1531658676" sldId="284"/>
        </pc:sldMkLst>
        <pc:spChg chg="mod">
          <ac:chgData name="nicholasbinywera00@gmail.com" userId="94500846e7a854e5" providerId="LiveId" clId="{1EB3126D-D063-444E-8FB4-A65BECDC5994}" dt="2025-11-04T19:54:14.130" v="1595" actId="2"/>
          <ac:spMkLst>
            <pc:docMk/>
            <pc:sldMk cId="1531658676" sldId="284"/>
            <ac:spMk id="2" creationId="{B0D511BD-6855-C419-FAE8-08F0FBD038B7}"/>
          </ac:spMkLst>
        </pc:spChg>
        <pc:spChg chg="add mod">
          <ac:chgData name="nicholasbinywera00@gmail.com" userId="94500846e7a854e5" providerId="LiveId" clId="{1EB3126D-D063-444E-8FB4-A65BECDC5994}" dt="2025-11-04T19:54:17.120" v="1609" actId="2"/>
          <ac:spMkLst>
            <pc:docMk/>
            <pc:sldMk cId="1531658676" sldId="284"/>
            <ac:spMk id="4" creationId="{4EA8F038-EA10-E792-9300-574E5AB52FE6}"/>
          </ac:spMkLst>
        </pc:spChg>
      </pc:sldChg>
      <pc:sldChg chg="addSp modSp new mod">
        <pc:chgData name="nicholasbinywera00@gmail.com" userId="94500846e7a854e5" providerId="LiveId" clId="{1EB3126D-D063-444E-8FB4-A65BECDC5994}" dt="2025-11-04T19:54:20.341" v="1625" actId="2"/>
        <pc:sldMkLst>
          <pc:docMk/>
          <pc:sldMk cId="62740296" sldId="285"/>
        </pc:sldMkLst>
        <pc:spChg chg="mod">
          <ac:chgData name="nicholasbinywera00@gmail.com" userId="94500846e7a854e5" providerId="LiveId" clId="{1EB3126D-D063-444E-8FB4-A65BECDC5994}" dt="2025-11-04T19:54:17.321" v="1610" actId="2"/>
          <ac:spMkLst>
            <pc:docMk/>
            <pc:sldMk cId="62740296" sldId="285"/>
            <ac:spMk id="2" creationId="{1F3FD34F-6972-DB8B-2EDC-4025C0C87DCF}"/>
          </ac:spMkLst>
        </pc:spChg>
        <pc:spChg chg="add mod">
          <ac:chgData name="nicholasbinywera00@gmail.com" userId="94500846e7a854e5" providerId="LiveId" clId="{1EB3126D-D063-444E-8FB4-A65BECDC5994}" dt="2025-11-04T19:54:20.341" v="1625" actId="2"/>
          <ac:spMkLst>
            <pc:docMk/>
            <pc:sldMk cId="62740296" sldId="285"/>
            <ac:spMk id="4" creationId="{E553B81C-2B8A-235B-107E-2DADB8A38BD3}"/>
          </ac:spMkLst>
        </pc:spChg>
      </pc:sldChg>
      <pc:sldChg chg="addSp modSp new mod">
        <pc:chgData name="nicholasbinywera00@gmail.com" userId="94500846e7a854e5" providerId="LiveId" clId="{1EB3126D-D063-444E-8FB4-A65BECDC5994}" dt="2025-11-04T19:56:24.206" v="1827" actId="27636"/>
        <pc:sldMkLst>
          <pc:docMk/>
          <pc:sldMk cId="2385054701" sldId="286"/>
        </pc:sldMkLst>
        <pc:spChg chg="mod">
          <ac:chgData name="nicholasbinywera00@gmail.com" userId="94500846e7a854e5" providerId="LiveId" clId="{1EB3126D-D063-444E-8FB4-A65BECDC5994}" dt="2025-11-04T19:56:24.206" v="1827" actId="27636"/>
          <ac:spMkLst>
            <pc:docMk/>
            <pc:sldMk cId="2385054701" sldId="286"/>
            <ac:spMk id="2" creationId="{813C20C4-A17F-0464-3B5D-A56322BB1F58}"/>
          </ac:spMkLst>
        </pc:spChg>
        <pc:spChg chg="add mod">
          <ac:chgData name="nicholasbinywera00@gmail.com" userId="94500846e7a854e5" providerId="LiveId" clId="{1EB3126D-D063-444E-8FB4-A65BECDC5994}" dt="2025-11-04T19:54:22.887" v="1637" actId="2"/>
          <ac:spMkLst>
            <pc:docMk/>
            <pc:sldMk cId="2385054701" sldId="286"/>
            <ac:spMk id="4" creationId="{334732C5-8602-8BEA-7B2B-50A3CFFBE74F}"/>
          </ac:spMkLst>
        </pc:spChg>
      </pc:sldChg>
      <pc:sldChg chg="addSp modSp new mod">
        <pc:chgData name="nicholasbinywera00@gmail.com" userId="94500846e7a854e5" providerId="LiveId" clId="{1EB3126D-D063-444E-8FB4-A65BECDC5994}" dt="2025-11-04T19:54:26.527" v="1654" actId="2"/>
        <pc:sldMkLst>
          <pc:docMk/>
          <pc:sldMk cId="3510429174" sldId="287"/>
        </pc:sldMkLst>
        <pc:spChg chg="add mod">
          <ac:chgData name="nicholasbinywera00@gmail.com" userId="94500846e7a854e5" providerId="LiveId" clId="{1EB3126D-D063-444E-8FB4-A65BECDC5994}" dt="2025-11-04T19:54:26.527" v="1654" actId="2"/>
          <ac:spMkLst>
            <pc:docMk/>
            <pc:sldMk cId="3510429174" sldId="287"/>
            <ac:spMk id="3" creationId="{38A8A3AA-6EC1-6EBE-7423-F1B13CB3D935}"/>
          </ac:spMkLst>
        </pc:spChg>
      </pc:sldChg>
      <pc:sldChg chg="addSp modSp new mod">
        <pc:chgData name="nicholasbinywera00@gmail.com" userId="94500846e7a854e5" providerId="LiveId" clId="{1EB3126D-D063-444E-8FB4-A65BECDC5994}" dt="2025-11-04T19:54:28.472" v="1663" actId="2"/>
        <pc:sldMkLst>
          <pc:docMk/>
          <pc:sldMk cId="1437753765" sldId="288"/>
        </pc:sldMkLst>
        <pc:spChg chg="add mod">
          <ac:chgData name="nicholasbinywera00@gmail.com" userId="94500846e7a854e5" providerId="LiveId" clId="{1EB3126D-D063-444E-8FB4-A65BECDC5994}" dt="2025-11-04T19:54:28.472" v="1663" actId="2"/>
          <ac:spMkLst>
            <pc:docMk/>
            <pc:sldMk cId="1437753765" sldId="288"/>
            <ac:spMk id="3" creationId="{F3CD9B1B-8668-DBA0-42B2-01E711323088}"/>
          </ac:spMkLst>
        </pc:spChg>
      </pc:sldChg>
      <pc:sldChg chg="addSp modSp new mod">
        <pc:chgData name="nicholasbinywera00@gmail.com" userId="94500846e7a854e5" providerId="LiveId" clId="{1EB3126D-D063-444E-8FB4-A65BECDC5994}" dt="2025-11-04T19:54:32.304" v="1681" actId="2"/>
        <pc:sldMkLst>
          <pc:docMk/>
          <pc:sldMk cId="188580796" sldId="289"/>
        </pc:sldMkLst>
        <pc:spChg chg="add mod">
          <ac:chgData name="nicholasbinywera00@gmail.com" userId="94500846e7a854e5" providerId="LiveId" clId="{1EB3126D-D063-444E-8FB4-A65BECDC5994}" dt="2025-11-04T19:54:32.304" v="1681" actId="2"/>
          <ac:spMkLst>
            <pc:docMk/>
            <pc:sldMk cId="188580796" sldId="289"/>
            <ac:spMk id="3" creationId="{B45BCF67-F559-63B2-D7BC-0CD815169103}"/>
          </ac:spMkLst>
        </pc:spChg>
      </pc:sldChg>
      <pc:sldChg chg="addSp modSp new mod">
        <pc:chgData name="nicholasbinywera00@gmail.com" userId="94500846e7a854e5" providerId="LiveId" clId="{1EB3126D-D063-444E-8FB4-A65BECDC5994}" dt="2025-11-04T19:54:36.060" v="1699" actId="2"/>
        <pc:sldMkLst>
          <pc:docMk/>
          <pc:sldMk cId="2929534576" sldId="290"/>
        </pc:sldMkLst>
        <pc:spChg chg="add mod">
          <ac:chgData name="nicholasbinywera00@gmail.com" userId="94500846e7a854e5" providerId="LiveId" clId="{1EB3126D-D063-444E-8FB4-A65BECDC5994}" dt="2025-11-04T19:54:36.060" v="1699" actId="2"/>
          <ac:spMkLst>
            <pc:docMk/>
            <pc:sldMk cId="2929534576" sldId="290"/>
            <ac:spMk id="3" creationId="{8FF177A7-C519-7886-1DD2-34ADCC52143D}"/>
          </ac:spMkLst>
        </pc:spChg>
      </pc:sldChg>
      <pc:sldChg chg="addSp modSp new mod">
        <pc:chgData name="nicholasbinywera00@gmail.com" userId="94500846e7a854e5" providerId="LiveId" clId="{1EB3126D-D063-444E-8FB4-A65BECDC5994}" dt="2025-11-04T19:54:37.300" v="1705" actId="2"/>
        <pc:sldMkLst>
          <pc:docMk/>
          <pc:sldMk cId="405577832" sldId="291"/>
        </pc:sldMkLst>
        <pc:spChg chg="add mod">
          <ac:chgData name="nicholasbinywera00@gmail.com" userId="94500846e7a854e5" providerId="LiveId" clId="{1EB3126D-D063-444E-8FB4-A65BECDC5994}" dt="2025-11-04T19:54:37.300" v="1705" actId="2"/>
          <ac:spMkLst>
            <pc:docMk/>
            <pc:sldMk cId="405577832" sldId="291"/>
            <ac:spMk id="3" creationId="{34BF41E2-0E74-1BB9-7128-FAB1C4696557}"/>
          </ac:spMkLst>
        </pc:spChg>
      </pc:sldChg>
      <pc:sldChg chg="addSp modSp new mod">
        <pc:chgData name="nicholasbinywera00@gmail.com" userId="94500846e7a854e5" providerId="LiveId" clId="{1EB3126D-D063-444E-8FB4-A65BECDC5994}" dt="2025-11-04T19:52:16.749" v="1302" actId="113"/>
        <pc:sldMkLst>
          <pc:docMk/>
          <pc:sldMk cId="812818725" sldId="292"/>
        </pc:sldMkLst>
        <pc:spChg chg="mod">
          <ac:chgData name="nicholasbinywera00@gmail.com" userId="94500846e7a854e5" providerId="LiveId" clId="{1EB3126D-D063-444E-8FB4-A65BECDC5994}" dt="2025-11-04T19:49:56.507" v="1268" actId="27636"/>
          <ac:spMkLst>
            <pc:docMk/>
            <pc:sldMk cId="812818725" sldId="292"/>
            <ac:spMk id="2" creationId="{DC03EB57-D45E-B08D-3582-339341832AE6}"/>
          </ac:spMkLst>
        </pc:spChg>
        <pc:spChg chg="add mod">
          <ac:chgData name="nicholasbinywera00@gmail.com" userId="94500846e7a854e5" providerId="LiveId" clId="{1EB3126D-D063-444E-8FB4-A65BECDC5994}" dt="2025-11-04T19:52:16.749" v="1302" actId="113"/>
          <ac:spMkLst>
            <pc:docMk/>
            <pc:sldMk cId="812818725" sldId="292"/>
            <ac:spMk id="5" creationId="{F7574978-1F39-E23A-7377-08DAA3A3F781}"/>
          </ac:spMkLst>
        </pc:spChg>
        <pc:picChg chg="add mod">
          <ac:chgData name="nicholasbinywera00@gmail.com" userId="94500846e7a854e5" providerId="LiveId" clId="{1EB3126D-D063-444E-8FB4-A65BECDC5994}" dt="2025-11-04T19:50:27.818" v="1272" actId="14100"/>
          <ac:picMkLst>
            <pc:docMk/>
            <pc:sldMk cId="812818725" sldId="292"/>
            <ac:picMk id="3" creationId="{7FF3874B-5566-9A86-AC70-6B35D07488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909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2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3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551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454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867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964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58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1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3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1471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939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2587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956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0393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978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DB822-4D97-4D45-A577-8857EA06B9A6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474EC9F-15B3-4112-899C-B8E40C586D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47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F70A6-8404-A66E-E9BB-7B52EA56ED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MATLAB ASSIGNMENT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61B12-D012-7E73-16F1-A8E92BCB11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8</a:t>
            </a:r>
          </a:p>
        </p:txBody>
      </p:sp>
    </p:spTree>
    <p:extLst>
      <p:ext uri="{BB962C8B-B14F-4D97-AF65-F5344CB8AC3E}">
        <p14:creationId xmlns:p14="http://schemas.microsoft.com/office/powerpoint/2010/main" val="3927692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CB6B-93A8-579E-5FD5-3A6768D34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A6E83-118D-D9CD-1C83-DE6451D5C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Design a graphical user interface using MATLAB codes with insight and showing how it can be used to solve real life engineering problems</a:t>
            </a:r>
          </a:p>
        </p:txBody>
      </p:sp>
    </p:spTree>
    <p:extLst>
      <p:ext uri="{BB962C8B-B14F-4D97-AF65-F5344CB8AC3E}">
        <p14:creationId xmlns:p14="http://schemas.microsoft.com/office/powerpoint/2010/main" val="1314487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435CA-9F54-8F1B-1CBA-7BE97293E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the graphical 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14476-FF4E-79F0-018D-DC1F66E52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involves use of a graphical MATLAB interface with a number of features to be implemented which could include;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  text boxes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 multiple slider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  notification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  multiple buttons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   timer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  listeners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  drop down menu and other additional features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827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87BC4-D29B-2851-2E28-F74A413A9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65125"/>
            <a:ext cx="10683240" cy="54165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98BBE3-2C08-A7F9-AEDB-6231FE598C52}"/>
              </a:ext>
            </a:extLst>
          </p:cNvPr>
          <p:cNvSpPr txBox="1"/>
          <p:nvPr/>
        </p:nvSpPr>
        <p:spPr>
          <a:xfrm>
            <a:off x="784860" y="975360"/>
            <a:ext cx="11163300" cy="603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Advanced MATLAB GUI with multiple interactive components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Features: Sliders, Text boxes, Notifications, Buttons, Timers, Listeners, Dropdown menus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classed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AdvancedGUI &lt; handle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Main figure handle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UI Components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amplitudeSlider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frequencySlider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phaseSlider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amplitudeEdit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580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0E07B-6FF4-9438-1735-98DBF22F2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540" y="60961"/>
            <a:ext cx="10462260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EDABD0-78C6-DCA9-2757-B50B69760DBB}"/>
              </a:ext>
            </a:extLst>
          </p:cNvPr>
          <p:cNvSpPr txBox="1"/>
          <p:nvPr/>
        </p:nvSpPr>
        <p:spPr>
          <a:xfrm>
            <a:off x="960120" y="624840"/>
            <a:ext cx="10096500" cy="628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frequencyEdit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phaseEdit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startButton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stopButton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resetButton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signalTypeDropdown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plotTypeDropdown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notificationPanel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dataList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saveButton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clearButton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Plot handles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signalAxes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03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CEDB-42CA-8C94-37DE-535D6D16D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3821"/>
            <a:ext cx="10713720" cy="5714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D963CE-957E-74EA-DC41-888EDB652233}"/>
              </a:ext>
            </a:extLst>
          </p:cNvPr>
          <p:cNvSpPr txBox="1"/>
          <p:nvPr/>
        </p:nvSpPr>
        <p:spPr>
          <a:xfrm>
            <a:off x="342900" y="586741"/>
            <a:ext cx="11498580" cy="6459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Data properties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samplingRate = 1000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duration = 2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isRunning = false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Timer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updateTimer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Listeners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sliderListeners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548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1511E-6BB7-0B29-3F4F-7EE3D4F46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" y="99061"/>
            <a:ext cx="10561320" cy="3809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C154F4-C30C-D803-F8DF-09FA53879B3E}"/>
              </a:ext>
            </a:extLst>
          </p:cNvPr>
          <p:cNvSpPr txBox="1"/>
          <p:nvPr/>
        </p:nvSpPr>
        <p:spPr>
          <a:xfrm>
            <a:off x="495300" y="556260"/>
            <a:ext cx="11468100" cy="628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 = AdvancedGUI()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Constructor - creates and initializes the GUI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obj.createGUI();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obj.setupTimer();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obj.setupListeners();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obj.initializeData();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createGUI(obj)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Create main figure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obj.fig = figure(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'Name'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'Advanced Signal Generator &amp; Monitor'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'NumberTitle'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'off'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[100, 100, 1200, 800],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'Resize'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929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6E332-4B41-A31A-B635-DB5137E66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780" y="198121"/>
            <a:ext cx="10447020" cy="4952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27337-6106-76FB-C3CE-CEAFEB6693D9}"/>
              </a:ext>
            </a:extLst>
          </p:cNvPr>
          <p:cNvSpPr txBox="1"/>
          <p:nvPr/>
        </p:nvSpPr>
        <p:spPr>
          <a:xfrm>
            <a:off x="502920" y="640080"/>
            <a:ext cx="10965180" cy="628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[0.95, 0.95, 0.95],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'CloseRequestFcn'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@obj.closeGUI);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Create control panel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controlPanel = uipanel(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obj.fig,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'Title'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'Signal Controls'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[0.02, 0.02, 0.25, 0.96],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[0.9, 0.9, 0.9],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'FontSize'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11,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'FontWeight'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'bold'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Create display panel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displayPanel = uipanel(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obj.fig,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'Title'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'Signal Display'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[0.28, 0.52, 0.70, 0.46],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84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1F232-4440-DC0D-27C2-63EE5D871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182881"/>
            <a:ext cx="10347960" cy="3962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4B35AC-E5F0-A7FA-CEC2-CE331311EC87}"/>
              </a:ext>
            </a:extLst>
          </p:cNvPr>
          <p:cNvSpPr txBox="1"/>
          <p:nvPr/>
        </p:nvSpPr>
        <p:spPr>
          <a:xfrm>
            <a:off x="350520" y="579121"/>
            <a:ext cx="11559540" cy="6710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[0.9, 0.9, 0.9]);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Create spectrum panel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spectrumPanel = uipanel(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obj.fig,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'Title'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'Frequency Spectrum'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[0.28, 0.02, 0.70, 0.46],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[0.9, 0.9, 0.9]);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Create axes for signal plot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obj.signalAxes = axes(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displayPanel,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[0.1, 0.15, 0.85, 0.75]);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title(obj.signalAxes,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'Real-time Signal'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'FontSize'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12,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'FontWeight'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'bold'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xlabel(obj.signalAxes,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'Time (s)'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ylabel(obj.signalAxes,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'Amplitude'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grid(obj.signalAxes,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575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5987C-E005-F970-2349-2CA28EAF6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980" y="266699"/>
            <a:ext cx="10401300" cy="4876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58BB6-5D5D-1CB9-044B-A2A9114E89A1}"/>
              </a:ext>
            </a:extLst>
          </p:cNvPr>
          <p:cNvSpPr txBox="1"/>
          <p:nvPr/>
        </p:nvSpPr>
        <p:spPr>
          <a:xfrm>
            <a:off x="518160" y="845819"/>
            <a:ext cx="11125200" cy="5867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Create axes for spectrum plot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obj.spectrumAxes = axes(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spectrumPanel,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[0.1, 0.15, 0.85, 0.75]);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title(obj.spectrumAxes,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'Frequency Spectrum'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'FontSize'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12,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'FontWeight'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'bold'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xlabel(obj.spectrumAxes,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'Frequency (Hz)'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ylabel(obj.spectrumAxes,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'Magnitude'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grid(obj.spectrumAxes,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Create dropdown menus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'text'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'Signal Type:'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[20, 650, 100, 20],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[0.9, 0.9, 0.9],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941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C11DE-D1FD-1225-49CC-A41AA4EB0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29541"/>
            <a:ext cx="10485120" cy="4343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14F586-6724-369E-8D4F-925FF378E87F}"/>
              </a:ext>
            </a:extLst>
          </p:cNvPr>
          <p:cNvSpPr txBox="1"/>
          <p:nvPr/>
        </p:nvSpPr>
        <p:spPr>
          <a:xfrm>
            <a:off x="685800" y="563880"/>
            <a:ext cx="10668000" cy="6448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'HorizontalAlignment'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'left'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obj.signalTypeDropdown = 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'popupmenu'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{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'Sine Wave'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'Square Wave'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'Sawtooth Wave'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'Chirp Signal'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[120, 650, 130, 25],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'Callback'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@obj.signalTypeChanged,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'white'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'text'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'Plot Type:'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[20, 610, 100, 20],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[0.9, 0.9, 0.9],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'HorizontalAlignment'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'left'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01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7B2E-1FC2-87BC-03EA-A2B71C9C6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21921"/>
            <a:ext cx="10485120" cy="4952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E7BB6-4E0A-4124-4B1C-2F59133DB2D5}"/>
              </a:ext>
            </a:extLst>
          </p:cNvPr>
          <p:cNvSpPr txBox="1"/>
          <p:nvPr/>
        </p:nvSpPr>
        <p:spPr>
          <a:xfrm>
            <a:off x="426720" y="678180"/>
            <a:ext cx="10820400" cy="6880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obj.plotTypeDropdown = 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'popupmenu'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{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'Line Plot'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'Stem Plot'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'Stairs Plot'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'Area Plot'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[120, 610, 130, 25],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'Callback'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@obj.plotTypeChanged,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'white'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Create amplitude controls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'text'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'Amplitude:'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[20, 550, 100, 20],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[0.9, 0.9, 0.9],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'HorizontalAlignment'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'left'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108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7ACA2-C474-FFDC-34BE-7E2279B36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1"/>
            <a:ext cx="10713720" cy="61721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80CBF5-4B19-3443-736A-9047945908BD}"/>
              </a:ext>
            </a:extLst>
          </p:cNvPr>
          <p:cNvSpPr txBox="1"/>
          <p:nvPr/>
        </p:nvSpPr>
        <p:spPr>
          <a:xfrm>
            <a:off x="784860" y="678180"/>
            <a:ext cx="11003280" cy="628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obj.amplitudeSlider = 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'slider'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'Min'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0.1,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'Max'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10,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'Value'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[120, 550, 130, 20],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[0.8, 0.8, 1]);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obj.amplitudeEdit = 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'edit'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'1.0'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[260, 550, 50, 25],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'white'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'Callback'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@obj.amplitudeEditChanged);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493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63216-D749-2FBB-F568-A237EF1F7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1439"/>
            <a:ext cx="10668000" cy="3733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35826-D0D3-D4B6-1CEC-97B172BC6271}"/>
              </a:ext>
            </a:extLst>
          </p:cNvPr>
          <p:cNvSpPr txBox="1"/>
          <p:nvPr/>
        </p:nvSpPr>
        <p:spPr>
          <a:xfrm>
            <a:off x="289560" y="464820"/>
            <a:ext cx="11414760" cy="6710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Create frequency controls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'text'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'Frequency (Hz):'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[20, 500, 100, 20],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[0.9, 0.9, 0.9],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'HorizontalAlignment'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'left'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obj.frequencySlider = 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'slider'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'Min'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0.1,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'Max'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50,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'Value'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5,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[120, 500, 130, 20],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[0.8, 1, 0.8]);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402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15813-43D8-EFF7-BC79-8D5C576F2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29541"/>
            <a:ext cx="10782300" cy="48005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014B3-053F-BE54-B1DA-196635B26AFD}"/>
              </a:ext>
            </a:extLst>
          </p:cNvPr>
          <p:cNvSpPr txBox="1"/>
          <p:nvPr/>
        </p:nvSpPr>
        <p:spPr>
          <a:xfrm>
            <a:off x="472440" y="609600"/>
            <a:ext cx="11148060" cy="628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obj.frequencyEdit = 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'edit'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'5.0'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[260, 500, 50, 25],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'white'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'Callback'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@obj.frequencyEditChanged);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Create phase controls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'text'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'Phase (rad):'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[20, 450, 100, 20],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[0.9, 0.9, 0.9],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'HorizontalAlignment'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'left'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659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6D23D-2FBD-56F5-C3DC-CD99B90B1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01"/>
            <a:ext cx="10591800" cy="4190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C68BD9-E6DB-C41D-44AE-D50C8D893BF7}"/>
              </a:ext>
            </a:extLst>
          </p:cNvPr>
          <p:cNvSpPr txBox="1"/>
          <p:nvPr/>
        </p:nvSpPr>
        <p:spPr>
          <a:xfrm>
            <a:off x="838200" y="472440"/>
            <a:ext cx="10805160" cy="628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obj.phaseSlider = 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'slider'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'Min'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0,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'Max'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2*pi,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'Value'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0,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[120, 450, 130, 20],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[1, 0.8, 0.8]);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obj.phaseEdit = 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'edit'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'0.0'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[260, 450, 50, 25],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'white'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'Callback'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@obj.phaseEditChanged);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393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18BCC-E1E5-51E5-22F4-A53DE7A78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60021"/>
            <a:ext cx="10629900" cy="4495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2477A3-2250-9C9A-8B76-487CE3E96C23}"/>
              </a:ext>
            </a:extLst>
          </p:cNvPr>
          <p:cNvSpPr txBox="1"/>
          <p:nvPr/>
        </p:nvSpPr>
        <p:spPr>
          <a:xfrm>
            <a:off x="723900" y="609599"/>
            <a:ext cx="11125200" cy="628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Create control buttons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obj.startButton = 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'pushbutton'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'Start Generation'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[20, 350, 140, 40],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[0.4, 0.8, 0.4],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'FontWeight'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'bold'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'Callback'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@obj.startGeneration);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obj.stopButton = 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'pushbutton'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'Stop Generation'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[170, 350, 140, 40],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[0.8, 0.4, 0.4],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'FontWeight'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'bold'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206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D2A4-19CC-4AE5-AABF-4960BA964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144781"/>
            <a:ext cx="10546080" cy="6400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D13109-756C-D117-32EA-FA79FC47724C}"/>
              </a:ext>
            </a:extLst>
          </p:cNvPr>
          <p:cNvSpPr txBox="1"/>
          <p:nvPr/>
        </p:nvSpPr>
        <p:spPr>
          <a:xfrm>
            <a:off x="579120" y="685800"/>
            <a:ext cx="11163300" cy="628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'Callback'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@obj.stopGeneration,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'Enable'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'off'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obj.resetButton = 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'pushbutton'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'Reset Parameters'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[20, 300, 290, 30],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[0.8, 0.8, 0.4],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'FontWeight'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'bold'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'Callback'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@obj.resetParameters);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Create data management section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'text'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'Data Management:'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921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D8AE-F1E4-1069-7F97-8C5F39828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780" y="137161"/>
            <a:ext cx="10447020" cy="48005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312171-0E4F-573F-F730-D2ED0ECA6459}"/>
              </a:ext>
            </a:extLst>
          </p:cNvPr>
          <p:cNvSpPr txBox="1"/>
          <p:nvPr/>
        </p:nvSpPr>
        <p:spPr>
          <a:xfrm>
            <a:off x="678180" y="617220"/>
            <a:ext cx="11125200" cy="628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[20, 250, 150, 20],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[0.9, 0.9, 0.9],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'FontWeight'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'bold'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'HorizontalAlignment'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'left'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obj.saveButton = 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'pushbutton'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'Save Data'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[20, 210, 140, 30],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[0.4, 0.6, 0.9],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'Callback'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@obj.saveData);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obj.clearButton = 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'pushbutton'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'Clear Data'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650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3B687-0833-2B82-2711-B81EF0073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660" y="121921"/>
            <a:ext cx="10264140" cy="4343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A69F88-EAC2-CE94-727E-CAD46E6A53E7}"/>
              </a:ext>
            </a:extLst>
          </p:cNvPr>
          <p:cNvSpPr txBox="1"/>
          <p:nvPr/>
        </p:nvSpPr>
        <p:spPr>
          <a:xfrm>
            <a:off x="678180" y="556260"/>
            <a:ext cx="10675620" cy="628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[170, 210, 140, 30],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[0.9, 0.6, 0.4],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'Callback'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@obj.clearData);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Create notification panel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obj.notificationPanel = uipanel(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controlPanel,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'Title'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'Notifications &amp; Status'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[0.05, 0.02, 0.9, 0.18],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[1, 1, 0.9]);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Create data listbox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obj.notificationPanel,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'text'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'System Messages:'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[10, 150, 200, 20],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027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B628-3468-5FCC-A1F8-80862307F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160021"/>
            <a:ext cx="10599420" cy="472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8650D-05F0-664F-1E70-97ADDF77EF31}"/>
              </a:ext>
            </a:extLst>
          </p:cNvPr>
          <p:cNvSpPr txBox="1"/>
          <p:nvPr/>
        </p:nvSpPr>
        <p:spPr>
          <a:xfrm>
            <a:off x="472440" y="632460"/>
            <a:ext cx="11041380" cy="628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[1, 1, 0.9],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'HorizontalAlignment'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'left'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obj.dataList = 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obj.notificationPanel,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'listbox'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{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'Welcome to Advanced Signal Generator!'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'System initialized successfully.'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[10, 10, 280, 140],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'white'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Add status indicators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obj.createStatusIndicators(controlPanel);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createStatusIndicators(obj, parent)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Create status indicator panel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statusPanel = uipanel(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parent,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919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BB313-3BC2-FF3D-CDDE-C2054EE18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80" y="160021"/>
            <a:ext cx="10675620" cy="54101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D6B0F-9083-CC33-0FA6-65704673F713}"/>
              </a:ext>
            </a:extLst>
          </p:cNvPr>
          <p:cNvSpPr txBox="1"/>
          <p:nvPr/>
        </p:nvSpPr>
        <p:spPr>
          <a:xfrm>
            <a:off x="556260" y="624840"/>
            <a:ext cx="11117580" cy="628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'Title'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'System Status'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[0.05, 0.21, 0.9, 0.12],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[0.95, 0.95, 0.95]);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Status indicators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statusPanel,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'text'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'Generator:'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[10, 45, 80, 20],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[0.95, 0.95, 0.95],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'HorizontalAlignment'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'left'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obj.createStatusLight(statusPanel, [100, 45], [0.8, 0.2, 0.2]);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Red - stopped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statusPanel,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'text'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17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0A1D-7B09-E717-1247-049872CC6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620" y="182881"/>
            <a:ext cx="10203180" cy="5333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AB07F-68C1-D552-69E8-2F2387BB0AF6}"/>
              </a:ext>
            </a:extLst>
          </p:cNvPr>
          <p:cNvSpPr txBox="1"/>
          <p:nvPr/>
        </p:nvSpPr>
        <p:spPr>
          <a:xfrm>
            <a:off x="556260" y="601979"/>
            <a:ext cx="10622280" cy="6710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[10, 20, 80, 20],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[0.95, 0.95, 0.95],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'HorizontalAlignment'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'left'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obj.createStatusLight(statusPanel, [100, 20], [0.8, 0.2, 0.2]);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Red - stopped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createStatusLight(obj, parent, position, color)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Create a status light indicator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uicontrol(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'Parent'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parent,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'Style'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'pushbutton'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'Position'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[position(1), position(2), 15, 15],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'BackgroundColor'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color,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'Enable'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'off'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042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23F33-5EC4-F9AF-7AFB-7E78C8FDB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152401"/>
            <a:ext cx="10226040" cy="5867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11DE8-91E6-4E53-402E-DC0215AFDCA3}"/>
              </a:ext>
            </a:extLst>
          </p:cNvPr>
          <p:cNvSpPr txBox="1"/>
          <p:nvPr/>
        </p:nvSpPr>
        <p:spPr>
          <a:xfrm>
            <a:off x="175260" y="601980"/>
            <a:ext cx="11254740" cy="730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setupTimer(obj)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Setup timer for real-time updates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obj.updateTimer = timer(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'ExecutionMode'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'fixedRate'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'Period'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0.1,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% Update every 100ms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'TimerFcn'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@obj.updateDisplay,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'Name'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'GUIUpdateTimer'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setupListeners(obj)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Setup listeners for slider changes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obj.sliderListeners = [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addlistener(obj.amplitudeSlider,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'ContinuousValueChange'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@obj.amplitudeSliderChanged);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addlistener(obj.frequencySlider,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'ContinuousValueChange'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@obj.frequencySliderChanged);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addlistener(obj.phaseSlider,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'ContinuousValueChange'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@obj.phaseSliderChanged)];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974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34A3E-C1AD-6BB3-0D39-DAA07EAE2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06681"/>
            <a:ext cx="10591800" cy="5715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10505-97E2-7917-8DC5-6BD2B28B794E}"/>
              </a:ext>
            </a:extLst>
          </p:cNvPr>
          <p:cNvSpPr txBox="1"/>
          <p:nvPr/>
        </p:nvSpPr>
        <p:spPr>
          <a:xfrm>
            <a:off x="838200" y="586740"/>
            <a:ext cx="10728960" cy="6710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initializeData(obj)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Initialize time and signal data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obj.time = 0:1/obj.samplingRate:obj.duration;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obj.signal = zeros(size(obj.time));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obj.updatePlots();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obj.addNotification(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'Data initialized. Ready to start generation.'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updatePlots(obj)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Update both signal and spectrum plots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cla(obj.signalAxes);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cla(obj.spectrumAxes);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9634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A916-CA22-F6A3-F2A4-75C865BB0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80" y="220981"/>
            <a:ext cx="10751820" cy="4952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BF285C-4A6E-5249-6019-1A7EF19B7A5E}"/>
              </a:ext>
            </a:extLst>
          </p:cNvPr>
          <p:cNvSpPr txBox="1"/>
          <p:nvPr/>
        </p:nvSpPr>
        <p:spPr>
          <a:xfrm>
            <a:off x="548640" y="647700"/>
            <a:ext cx="11041380" cy="628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Plot signal based on selected type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plotType = obj.plotTypeDropdown.Value;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switch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plotType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Line plot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plot(obj.signalAxes, obj.time, obj.signal,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'b-'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'LineWidth'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Stem plot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stem(obj.signalAxes, obj.time, obj.signal,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'filled'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'MarkerSize'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Stairs plot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stairs(obj.signalAxes, obj.time, obj.signal,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'LineWidth'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Area plot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area(obj.signalAxes, obj.time, obj.signal,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'FaceColor'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[0.2, 0.6, 1]);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grid(obj.signalAxes,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title(obj.signalAxes,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'Real-time Signal'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'FontSize'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12,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'FontWeight'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'bold'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234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6D5AE-19A7-62DB-F2E4-B6D33DE76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80" y="160021"/>
            <a:ext cx="10523220" cy="472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C0CE7-92DB-3AA4-86EE-A51C1290D1D5}"/>
              </a:ext>
            </a:extLst>
          </p:cNvPr>
          <p:cNvSpPr txBox="1"/>
          <p:nvPr/>
        </p:nvSpPr>
        <p:spPr>
          <a:xfrm>
            <a:off x="1082040" y="571500"/>
            <a:ext cx="10523220" cy="6880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xlabel(obj.signalAxes,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'Time (s)'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ylabel(obj.signalAxes,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'Amplitude'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Plot spectrum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length(obj.signal) &gt; 1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 = length(obj.signal);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= fft(obj.signal);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P2 = abs(Y/L);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P1 = P2(1:floor(L/2)+1);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P1(2:end-1) = 2*P1(2:end-1);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 = obj.samplingRate*(0:(L/2))/L;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plot(obj.spectrumAxes, f, P1,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'r-'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'LineWidth'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grid(obj.spectrumAxes,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title(obj.spectrumAxes,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'Frequency Spectrum'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'FontSize'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12,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'FontWeight'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'bold'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066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A5F55-9A9E-3BF5-9676-AEA754452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190501"/>
            <a:ext cx="10165080" cy="48005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A12E25-9784-BB07-849D-C7860171CF09}"/>
              </a:ext>
            </a:extLst>
          </p:cNvPr>
          <p:cNvSpPr txBox="1"/>
          <p:nvPr/>
        </p:nvSpPr>
        <p:spPr>
          <a:xfrm>
            <a:off x="525780" y="563881"/>
            <a:ext cx="10675620" cy="628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xlabel(obj.spectrumAxes,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'Frequency (Hz)'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ylabel(obj.spectrumAxes,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'Magnitude'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xlim(obj.spectrumAxes, [0, 100]);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generateSignal(obj)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Generate signal based on current parameters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amplitude = obj.amplitudeSlider.Value;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frequency = obj.frequencySlider.Value;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 = obj.phaseSlider.Value;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signalType = obj.signalTypeDropdown.Value;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switch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signalType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Sine wave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0912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11BD-6855-C419-FAE8-08F0FBD0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76201"/>
            <a:ext cx="10576560" cy="44958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A8F038-EA10-E792-9300-574E5AB52FE6}"/>
              </a:ext>
            </a:extLst>
          </p:cNvPr>
          <p:cNvSpPr txBox="1"/>
          <p:nvPr/>
        </p:nvSpPr>
        <p:spPr>
          <a:xfrm>
            <a:off x="708660" y="525780"/>
            <a:ext cx="11049000" cy="6464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obj.signal = amplitude * sin(2*pi*frequency*obj.time + phase);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Square wave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obj.signal = amplitude * square(2*pi*frequency*obj.time + phase);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Sawtooth wave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obj.signal = amplitude * sawtooth(2*pi*frequency*obj.time + phase);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Chirp signal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obj.signal = amplitude * chirp(obj.time, 1, obj.duration, frequency*10);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Callback functions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amplitudeSliderChanged(obj, ~, ~)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 = obj.amplitudeSlider.Value;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obj.amplitudeEdit.String = sprintf(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'%.2f'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value);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obj.generateSignal();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6586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FD34F-6972-DB8B-2EDC-4025C0C8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40" y="190501"/>
            <a:ext cx="10614660" cy="44195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53B81C-2B8A-235B-107E-2DADB8A38BD3}"/>
              </a:ext>
            </a:extLst>
          </p:cNvPr>
          <p:cNvSpPr txBox="1"/>
          <p:nvPr/>
        </p:nvSpPr>
        <p:spPr>
          <a:xfrm>
            <a:off x="655320" y="632460"/>
            <a:ext cx="10614660" cy="6880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plotTypes = get(obj.plotTypeDropdown,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'String'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currentType = plotTypes{obj.plotTypeDropdown.Value};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obj.addNotification(sprintf(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'Plot type changed to: %s'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currentType));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startGeneration(obj, ~, ~)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~obj.isRunning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obj.isRunning = true;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start(obj.updateTimer);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obj.startButton.Enable =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'off'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obj.stopButton.Enable =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obj.addNotification(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'Signal generation started.'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402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C20C4-A17F-0464-3B5D-A56322BB1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" y="160021"/>
            <a:ext cx="10538460" cy="59435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4732C5-8602-8BEA-7B2B-50A3CFFBE74F}"/>
              </a:ext>
            </a:extLst>
          </p:cNvPr>
          <p:cNvSpPr txBox="1"/>
          <p:nvPr/>
        </p:nvSpPr>
        <p:spPr>
          <a:xfrm>
            <a:off x="472440" y="640080"/>
            <a:ext cx="11193780" cy="628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stopGeneration(obj, ~, ~)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obj.isRunning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obj.isRunning = false;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stop(obj.updateTimer);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obj.startButton.Enable =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obj.stopButton.Enable =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'off'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obj.addNotification(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'Signal generation stopped.'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resetParameters(obj, ~, ~)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Reset all parameters to default values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obj.amplitudeSlider.Value = 1;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obj.frequencySlider.Value = 5;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obj.phaseSlider.Value = 0;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0547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A8A3AA-6EC1-6EBE-7423-F1B13CB3D935}"/>
              </a:ext>
            </a:extLst>
          </p:cNvPr>
          <p:cNvSpPr txBox="1"/>
          <p:nvPr/>
        </p:nvSpPr>
        <p:spPr>
          <a:xfrm>
            <a:off x="373380" y="167640"/>
            <a:ext cx="10972800" cy="730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obj.amplitudeEdit.String =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'1.0'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obj.frequencyEdit.String =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'5.0'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;v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obj.phaseEdit.String =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'0.0'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obj.signalTypeDropdown.Value = 1;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obj.plotTypeDropdown.Value = 1;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obj.generateSignal();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obj.updatePlots();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obj.addNotification(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'All parameters reset to default values.'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saveData(obj, ~, ~)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Save current signal data to workspace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assignin(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'base'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'generatedSignal'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obj.signal);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assignin(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'base'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'signalTime'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obj.time);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assignin(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'base'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'signalParameters'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struct(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429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CD9B1B-8668-DBA0-42B2-01E711323088}"/>
              </a:ext>
            </a:extLst>
          </p:cNvPr>
          <p:cNvSpPr txBox="1"/>
          <p:nvPr/>
        </p:nvSpPr>
        <p:spPr>
          <a:xfrm>
            <a:off x="388620" y="73947"/>
            <a:ext cx="10835640" cy="6710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'amplitude'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obj.amplitudeSlider.Value,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'frequency'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obj.frequencySlider.Value,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'phase'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obj.phaseSlider.Value));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obj.addNotification(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'Signal data saved to workspace.'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clearData(obj, ~, ~)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Clear the notification list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obj.dataList.String = {};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obj.addNotification(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'Notification list cleared.'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updateDisplay(obj, ~, ~)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Update display with new data (called by timer)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obj.isRunning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7537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5BCF67-F559-63B2-D7BC-0CD815169103}"/>
              </a:ext>
            </a:extLst>
          </p:cNvPr>
          <p:cNvSpPr txBox="1"/>
          <p:nvPr/>
        </p:nvSpPr>
        <p:spPr>
          <a:xfrm>
            <a:off x="289560" y="205740"/>
            <a:ext cx="11414760" cy="730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Add some random variation to simulate real-time data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variation = 0.1 * randn(size(obj.signal));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tempSignal = obj.signal + variation;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Update plot with new data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plot(obj.signalAxes, obj.time, tempSignal,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'b-'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'LineWidth'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1.5);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grid(obj.signalAxes,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'on'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title(obj.signalAxes,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'Real-time Signal (Live)'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'FontSize'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12,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'FontWeight'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'bold'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xlabel(obj.signalAxes,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'Time (s)'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ylabel(obj.signalAxes,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'Amplitude'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drawnow;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addNotification(obj, message)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807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F177A7-C519-7886-1DD2-34ADCC52143D}"/>
              </a:ext>
            </a:extLst>
          </p:cNvPr>
          <p:cNvSpPr txBox="1"/>
          <p:nvPr/>
        </p:nvSpPr>
        <p:spPr>
          <a:xfrm>
            <a:off x="327660" y="175260"/>
            <a:ext cx="11361420" cy="7446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Add a notification message to the list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timestamp = datestr(now,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'HH:MM:SS'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fullMessage = sprintf(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'[%s] %s'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timestamp, message);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currentList = obj.dataList.String;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isempty(currentList)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currentList = {fullMessage};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currentList = [currentList; {fullMessage}];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obj.dataList.String = currentList;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obj.dataList.Value = length(currentList);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Auto-scroll to bottom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closeGUI(obj, ~, ~)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Clean up when closing the GUI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obj.isRunning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534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BF41E2-0E74-1BB9-7128-FAB1C4696557}"/>
              </a:ext>
            </a:extLst>
          </p:cNvPr>
          <p:cNvSpPr txBox="1"/>
          <p:nvPr/>
        </p:nvSpPr>
        <p:spPr>
          <a:xfrm>
            <a:off x="701040" y="495088"/>
            <a:ext cx="10858500" cy="5867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stop(obj.updateTimer);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delete(obj.updateTimer);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delete(obj.fig);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Helper function to create and display the GUI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launchAdvancedGUI()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Launch the advanced GUI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 = AdvancedGUI();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778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3EB57-D45E-B08D-3582-339341832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75261"/>
            <a:ext cx="10477500" cy="3809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CONCLUSION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F3874B-5566-9A86-AC70-6B35D07488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74" y="830580"/>
            <a:ext cx="9534426" cy="5097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574978-1F39-E23A-7377-08DAA3A3F781}"/>
              </a:ext>
            </a:extLst>
          </p:cNvPr>
          <p:cNvSpPr txBox="1"/>
          <p:nvPr/>
        </p:nvSpPr>
        <p:spPr>
          <a:xfrm>
            <a:off x="0" y="1057452"/>
            <a:ext cx="2506980" cy="326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lang="en-UG" b="1" dirty="0"/>
              <a:t>THE OUTPUT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1281872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114</TotalTime>
  <Words>3312</Words>
  <Application>Microsoft Office PowerPoint</Application>
  <PresentationFormat>Widescreen</PresentationFormat>
  <Paragraphs>542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Arial</vt:lpstr>
      <vt:lpstr>Times New Roman</vt:lpstr>
      <vt:lpstr>Trebuchet MS</vt:lpstr>
      <vt:lpstr>Wingdings</vt:lpstr>
      <vt:lpstr>Wingdings 3</vt:lpstr>
      <vt:lpstr>Facet</vt:lpstr>
      <vt:lpstr>MATLAB ASSIGNMENT 6</vt:lpstr>
      <vt:lpstr>MATLAB QUESTION</vt:lpstr>
      <vt:lpstr>Implementation of the graphical user interface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</vt:lpstr>
      <vt:lpstr>Matlab code </vt:lpstr>
      <vt:lpstr>Matlab code</vt:lpstr>
      <vt:lpstr>Matlab code</vt:lpstr>
      <vt:lpstr>Matlab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nicholasbinywera00@gmail.com</dc:creator>
  <cp:lastModifiedBy>nicholasbinywera00@gmail.com</cp:lastModifiedBy>
  <cp:revision>1</cp:revision>
  <dcterms:created xsi:type="dcterms:W3CDTF">2025-11-04T18:02:11Z</dcterms:created>
  <dcterms:modified xsi:type="dcterms:W3CDTF">2025-11-04T19:56:39Z</dcterms:modified>
</cp:coreProperties>
</file>